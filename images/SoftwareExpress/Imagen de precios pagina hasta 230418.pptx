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9" d="100"/>
          <a:sy n="59" d="100"/>
        </p:scale>
        <p:origin x="-1602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063E4-8C97-46D3-AD2D-CDEFD422627C}" type="datetimeFigureOut">
              <a:rPr lang="es-VE" smtClean="0"/>
              <a:pPr/>
              <a:t>02/03/2018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30247-BDD9-4B47-8864-96FA379AD9D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63 Grupo"/>
          <p:cNvGrpSpPr/>
          <p:nvPr/>
        </p:nvGrpSpPr>
        <p:grpSpPr>
          <a:xfrm>
            <a:off x="0" y="44624"/>
            <a:ext cx="9144000" cy="3888432"/>
            <a:chOff x="0" y="850718"/>
            <a:chExt cx="8917190" cy="3888070"/>
          </a:xfrm>
        </p:grpSpPr>
        <p:sp>
          <p:nvSpPr>
            <p:cNvPr id="32" name="31 Rectángulo"/>
            <p:cNvSpPr/>
            <p:nvPr/>
          </p:nvSpPr>
          <p:spPr>
            <a:xfrm>
              <a:off x="132214" y="994372"/>
              <a:ext cx="8784976" cy="374441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323528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651316" y="1700808"/>
              <a:ext cx="91768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Gratis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363433" y="2276872"/>
              <a:ext cx="1484637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Sistema completo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395536" y="2852936"/>
              <a:ext cx="1442254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Acceso </a:t>
              </a:r>
              <a:r>
                <a:rPr lang="es-VE" sz="1400" i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temporal 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Para pruebas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584062" y="3429000"/>
              <a:ext cx="1052019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2071750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2399538" y="1700808"/>
              <a:ext cx="1061381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Bronce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2138075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40.570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2268215" y="2780928"/>
              <a:ext cx="119334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2332285" y="3335514"/>
              <a:ext cx="1052019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3799942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4127730" y="1700808"/>
              <a:ext cx="804772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Plata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3866267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52.742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3818444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0" name="19 CuadroTexto"/>
            <p:cNvSpPr txBox="1"/>
            <p:nvPr/>
          </p:nvSpPr>
          <p:spPr>
            <a:xfrm>
              <a:off x="4068072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3</a:t>
              </a:r>
              <a:r>
                <a:rPr lang="es-VE" sz="1400" dirty="0" smtClean="0">
                  <a:solidFill>
                    <a:srgbClr val="C00000"/>
                  </a:solidFill>
                </a:rPr>
                <a:t>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5517722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5929740" y="1700808"/>
              <a:ext cx="65261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Oro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5584047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64.913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5536224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5742992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6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26" name="25 Rectángulo"/>
            <p:cNvSpPr/>
            <p:nvPr/>
          </p:nvSpPr>
          <p:spPr>
            <a:xfrm>
              <a:off x="7291070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7703088" y="1700808"/>
              <a:ext cx="105541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Platino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7383041" y="2276872"/>
              <a:ext cx="1380507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77084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7309572" y="2730406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7564259" y="3275045"/>
              <a:ext cx="1122551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</a:t>
              </a:r>
              <a:r>
                <a:rPr lang="es-VE" sz="1600" dirty="0" smtClean="0">
                  <a:solidFill>
                    <a:srgbClr val="C00000"/>
                  </a:solidFill>
                </a:rPr>
                <a:t>10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3059832" y="1023119"/>
              <a:ext cx="33936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2000" dirty="0" smtClean="0">
                  <a:solidFill>
                    <a:srgbClr val="C00000"/>
                  </a:solidFill>
                </a:rPr>
                <a:t>Precios y planes de suscripción</a:t>
              </a:r>
              <a:endParaRPr lang="es-VE" sz="2000" dirty="0">
                <a:solidFill>
                  <a:srgbClr val="C00000"/>
                </a:solidFill>
              </a:endParaRPr>
            </a:p>
          </p:txBody>
        </p:sp>
        <p:sp>
          <p:nvSpPr>
            <p:cNvPr id="35" name="34 Rectángulo"/>
            <p:cNvSpPr/>
            <p:nvPr/>
          </p:nvSpPr>
          <p:spPr>
            <a:xfrm>
              <a:off x="335330" y="850718"/>
              <a:ext cx="8548482" cy="373041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6" name="35 Rectángulo"/>
            <p:cNvSpPr/>
            <p:nvPr/>
          </p:nvSpPr>
          <p:spPr>
            <a:xfrm>
              <a:off x="0" y="994372"/>
              <a:ext cx="8784976" cy="374441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7" name="36 Rectángulo"/>
            <p:cNvSpPr/>
            <p:nvPr/>
          </p:nvSpPr>
          <p:spPr>
            <a:xfrm>
              <a:off x="191314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519102" y="1700808"/>
              <a:ext cx="91768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Gratis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39" name="38 CuadroTexto"/>
            <p:cNvSpPr txBox="1"/>
            <p:nvPr/>
          </p:nvSpPr>
          <p:spPr>
            <a:xfrm>
              <a:off x="231219" y="2276872"/>
              <a:ext cx="1484637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Sistema completo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263322" y="2852936"/>
              <a:ext cx="1442254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Acceso </a:t>
              </a:r>
              <a:r>
                <a:rPr lang="es-VE" sz="1400" i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temporal 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Para pruebas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" name="40 CuadroTexto"/>
            <p:cNvSpPr txBox="1"/>
            <p:nvPr/>
          </p:nvSpPr>
          <p:spPr>
            <a:xfrm>
              <a:off x="451848" y="3429000"/>
              <a:ext cx="1052019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42" name="41 Rectángulo"/>
            <p:cNvSpPr/>
            <p:nvPr/>
          </p:nvSpPr>
          <p:spPr>
            <a:xfrm>
              <a:off x="1939536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2267324" y="1700808"/>
              <a:ext cx="1061381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Bronce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2005860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87.750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5" name="44 CuadroTexto"/>
            <p:cNvSpPr txBox="1"/>
            <p:nvPr/>
          </p:nvSpPr>
          <p:spPr>
            <a:xfrm>
              <a:off x="2136001" y="2780928"/>
              <a:ext cx="119334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2200071" y="3335514"/>
              <a:ext cx="1052019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47" name="46 Rectángulo"/>
            <p:cNvSpPr/>
            <p:nvPr/>
          </p:nvSpPr>
          <p:spPr>
            <a:xfrm>
              <a:off x="3667728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48" name="47 CuadroTexto"/>
            <p:cNvSpPr txBox="1"/>
            <p:nvPr/>
          </p:nvSpPr>
          <p:spPr>
            <a:xfrm>
              <a:off x="3995516" y="1700808"/>
              <a:ext cx="804772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Plata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3681954" y="2276872"/>
              <a:ext cx="1535998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114.075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3686230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3935858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3</a:t>
              </a:r>
              <a:r>
                <a:rPr lang="es-VE" sz="1400" dirty="0" smtClean="0">
                  <a:solidFill>
                    <a:srgbClr val="C00000"/>
                  </a:solidFill>
                </a:rPr>
                <a:t>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52" name="51 Rectángulo"/>
            <p:cNvSpPr/>
            <p:nvPr/>
          </p:nvSpPr>
          <p:spPr>
            <a:xfrm>
              <a:off x="5385508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5797526" y="1700808"/>
              <a:ext cx="65261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Oro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5399734" y="2276872"/>
              <a:ext cx="1535998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140.400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5404010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55 CuadroTexto"/>
            <p:cNvSpPr txBox="1"/>
            <p:nvPr/>
          </p:nvSpPr>
          <p:spPr>
            <a:xfrm>
              <a:off x="5610778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6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57" name="56 Rectángulo"/>
            <p:cNvSpPr/>
            <p:nvPr/>
          </p:nvSpPr>
          <p:spPr>
            <a:xfrm>
              <a:off x="7158856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7570874" y="1700808"/>
              <a:ext cx="105541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Platino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59" name="58 CuadroTexto"/>
            <p:cNvSpPr txBox="1"/>
            <p:nvPr/>
          </p:nvSpPr>
          <p:spPr>
            <a:xfrm>
              <a:off x="7196324" y="2276872"/>
              <a:ext cx="148951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166.725</a:t>
              </a:r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59 CuadroTexto"/>
            <p:cNvSpPr txBox="1"/>
            <p:nvPr/>
          </p:nvSpPr>
          <p:spPr>
            <a:xfrm>
              <a:off x="7177358" y="2730406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60 CuadroTexto"/>
            <p:cNvSpPr txBox="1"/>
            <p:nvPr/>
          </p:nvSpPr>
          <p:spPr>
            <a:xfrm>
              <a:off x="7432045" y="3275045"/>
              <a:ext cx="1122551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</a:t>
              </a:r>
              <a:r>
                <a:rPr lang="es-VE" sz="1600" dirty="0" smtClean="0">
                  <a:solidFill>
                    <a:srgbClr val="C00000"/>
                  </a:solidFill>
                </a:rPr>
                <a:t>10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62" name="61 CuadroTexto"/>
            <p:cNvSpPr txBox="1"/>
            <p:nvPr/>
          </p:nvSpPr>
          <p:spPr>
            <a:xfrm>
              <a:off x="2927618" y="1023119"/>
              <a:ext cx="33936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2000" dirty="0" smtClean="0">
                  <a:solidFill>
                    <a:srgbClr val="C00000"/>
                  </a:solidFill>
                </a:rPr>
                <a:t>Precios y planes de suscripción</a:t>
              </a:r>
              <a:endParaRPr lang="es-VE" sz="20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120 Grupo"/>
          <p:cNvGrpSpPr/>
          <p:nvPr/>
        </p:nvGrpSpPr>
        <p:grpSpPr>
          <a:xfrm>
            <a:off x="0" y="850718"/>
            <a:ext cx="8917190" cy="3888070"/>
            <a:chOff x="0" y="850718"/>
            <a:chExt cx="8917190" cy="3888070"/>
          </a:xfrm>
        </p:grpSpPr>
        <p:sp>
          <p:nvSpPr>
            <p:cNvPr id="66" name="65 Rectángulo"/>
            <p:cNvSpPr/>
            <p:nvPr/>
          </p:nvSpPr>
          <p:spPr>
            <a:xfrm>
              <a:off x="132214" y="994372"/>
              <a:ext cx="8784976" cy="374441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67" name="66 Rectángulo"/>
            <p:cNvSpPr/>
            <p:nvPr/>
          </p:nvSpPr>
          <p:spPr>
            <a:xfrm>
              <a:off x="323528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68" name="67 CuadroTexto"/>
            <p:cNvSpPr txBox="1"/>
            <p:nvPr/>
          </p:nvSpPr>
          <p:spPr>
            <a:xfrm>
              <a:off x="651316" y="1700808"/>
              <a:ext cx="91768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Gratis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69" name="68 CuadroTexto"/>
            <p:cNvSpPr txBox="1"/>
            <p:nvPr/>
          </p:nvSpPr>
          <p:spPr>
            <a:xfrm>
              <a:off x="363433" y="2276872"/>
              <a:ext cx="1484637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Sistema completo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0" name="69 CuadroTexto"/>
            <p:cNvSpPr txBox="1"/>
            <p:nvPr/>
          </p:nvSpPr>
          <p:spPr>
            <a:xfrm>
              <a:off x="395536" y="2852936"/>
              <a:ext cx="1442254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Acceso </a:t>
              </a:r>
              <a:r>
                <a:rPr lang="es-VE" sz="1400" i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temporal 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Para pruebas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1" name="70 CuadroTexto"/>
            <p:cNvSpPr txBox="1"/>
            <p:nvPr/>
          </p:nvSpPr>
          <p:spPr>
            <a:xfrm>
              <a:off x="584062" y="3429000"/>
              <a:ext cx="1052019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72" name="71 Rectángulo"/>
            <p:cNvSpPr/>
            <p:nvPr/>
          </p:nvSpPr>
          <p:spPr>
            <a:xfrm>
              <a:off x="2071750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73" name="72 CuadroTexto"/>
            <p:cNvSpPr txBox="1"/>
            <p:nvPr/>
          </p:nvSpPr>
          <p:spPr>
            <a:xfrm>
              <a:off x="2399538" y="1700808"/>
              <a:ext cx="1061381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Bronce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74" name="73 CuadroTexto"/>
            <p:cNvSpPr txBox="1"/>
            <p:nvPr/>
          </p:nvSpPr>
          <p:spPr>
            <a:xfrm>
              <a:off x="2138075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40.570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5" name="74 CuadroTexto"/>
            <p:cNvSpPr txBox="1"/>
            <p:nvPr/>
          </p:nvSpPr>
          <p:spPr>
            <a:xfrm>
              <a:off x="2268215" y="2780928"/>
              <a:ext cx="119334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6" name="75 CuadroTexto"/>
            <p:cNvSpPr txBox="1"/>
            <p:nvPr/>
          </p:nvSpPr>
          <p:spPr>
            <a:xfrm>
              <a:off x="2332285" y="3335514"/>
              <a:ext cx="1052019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77" name="76 Rectángulo"/>
            <p:cNvSpPr/>
            <p:nvPr/>
          </p:nvSpPr>
          <p:spPr>
            <a:xfrm>
              <a:off x="3799942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78" name="77 CuadroTexto"/>
            <p:cNvSpPr txBox="1"/>
            <p:nvPr/>
          </p:nvSpPr>
          <p:spPr>
            <a:xfrm>
              <a:off x="4127730" y="1700808"/>
              <a:ext cx="804772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Plata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79" name="78 CuadroTexto"/>
            <p:cNvSpPr txBox="1"/>
            <p:nvPr/>
          </p:nvSpPr>
          <p:spPr>
            <a:xfrm>
              <a:off x="3866267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52.742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0" name="79 CuadroTexto"/>
            <p:cNvSpPr txBox="1"/>
            <p:nvPr/>
          </p:nvSpPr>
          <p:spPr>
            <a:xfrm>
              <a:off x="3818444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1" name="80 CuadroTexto"/>
            <p:cNvSpPr txBox="1"/>
            <p:nvPr/>
          </p:nvSpPr>
          <p:spPr>
            <a:xfrm>
              <a:off x="4068072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3</a:t>
              </a:r>
              <a:r>
                <a:rPr lang="es-VE" sz="1400" dirty="0" smtClean="0">
                  <a:solidFill>
                    <a:srgbClr val="C00000"/>
                  </a:solidFill>
                </a:rPr>
                <a:t>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82" name="81 Rectángulo"/>
            <p:cNvSpPr/>
            <p:nvPr/>
          </p:nvSpPr>
          <p:spPr>
            <a:xfrm>
              <a:off x="5517722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83" name="82 CuadroTexto"/>
            <p:cNvSpPr txBox="1"/>
            <p:nvPr/>
          </p:nvSpPr>
          <p:spPr>
            <a:xfrm>
              <a:off x="5929740" y="1700808"/>
              <a:ext cx="65261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Oro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84" name="83 CuadroTexto"/>
            <p:cNvSpPr txBox="1"/>
            <p:nvPr/>
          </p:nvSpPr>
          <p:spPr>
            <a:xfrm>
              <a:off x="5584047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64.913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5" name="84 CuadroTexto"/>
            <p:cNvSpPr txBox="1"/>
            <p:nvPr/>
          </p:nvSpPr>
          <p:spPr>
            <a:xfrm>
              <a:off x="5536224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6" name="85 CuadroTexto"/>
            <p:cNvSpPr txBox="1"/>
            <p:nvPr/>
          </p:nvSpPr>
          <p:spPr>
            <a:xfrm>
              <a:off x="5742992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6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87" name="86 Rectángulo"/>
            <p:cNvSpPr/>
            <p:nvPr/>
          </p:nvSpPr>
          <p:spPr>
            <a:xfrm>
              <a:off x="7291070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88" name="87 CuadroTexto"/>
            <p:cNvSpPr txBox="1"/>
            <p:nvPr/>
          </p:nvSpPr>
          <p:spPr>
            <a:xfrm>
              <a:off x="7703088" y="1700808"/>
              <a:ext cx="105541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Platino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89" name="88 CuadroTexto"/>
            <p:cNvSpPr txBox="1"/>
            <p:nvPr/>
          </p:nvSpPr>
          <p:spPr>
            <a:xfrm>
              <a:off x="7383041" y="2276872"/>
              <a:ext cx="1380507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77084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0" name="89 CuadroTexto"/>
            <p:cNvSpPr txBox="1"/>
            <p:nvPr/>
          </p:nvSpPr>
          <p:spPr>
            <a:xfrm>
              <a:off x="7309572" y="2730406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1" name="90 CuadroTexto"/>
            <p:cNvSpPr txBox="1"/>
            <p:nvPr/>
          </p:nvSpPr>
          <p:spPr>
            <a:xfrm>
              <a:off x="7564259" y="3275045"/>
              <a:ext cx="1122551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</a:t>
              </a:r>
              <a:r>
                <a:rPr lang="es-VE" sz="1600" dirty="0" smtClean="0">
                  <a:solidFill>
                    <a:srgbClr val="C00000"/>
                  </a:solidFill>
                </a:rPr>
                <a:t>10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92" name="91 CuadroTexto"/>
            <p:cNvSpPr txBox="1"/>
            <p:nvPr/>
          </p:nvSpPr>
          <p:spPr>
            <a:xfrm>
              <a:off x="3059832" y="1023119"/>
              <a:ext cx="33936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2000" dirty="0" smtClean="0">
                  <a:solidFill>
                    <a:srgbClr val="C00000"/>
                  </a:solidFill>
                </a:rPr>
                <a:t>Precios y planes de suscripción</a:t>
              </a:r>
              <a:endParaRPr lang="es-VE" sz="2000" dirty="0">
                <a:solidFill>
                  <a:srgbClr val="C00000"/>
                </a:solidFill>
              </a:endParaRPr>
            </a:p>
          </p:txBody>
        </p:sp>
        <p:sp>
          <p:nvSpPr>
            <p:cNvPr id="93" name="92 Rectángulo"/>
            <p:cNvSpPr/>
            <p:nvPr/>
          </p:nvSpPr>
          <p:spPr>
            <a:xfrm>
              <a:off x="335330" y="850718"/>
              <a:ext cx="8548482" cy="373041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94" name="93 Rectángulo"/>
            <p:cNvSpPr/>
            <p:nvPr/>
          </p:nvSpPr>
          <p:spPr>
            <a:xfrm>
              <a:off x="0" y="994372"/>
              <a:ext cx="8784976" cy="374441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95" name="94 Rectángulo"/>
            <p:cNvSpPr/>
            <p:nvPr/>
          </p:nvSpPr>
          <p:spPr>
            <a:xfrm>
              <a:off x="191314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96" name="95 CuadroTexto"/>
            <p:cNvSpPr txBox="1"/>
            <p:nvPr/>
          </p:nvSpPr>
          <p:spPr>
            <a:xfrm>
              <a:off x="519102" y="1700808"/>
              <a:ext cx="91768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Gratis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97" name="96 CuadroTexto"/>
            <p:cNvSpPr txBox="1"/>
            <p:nvPr/>
          </p:nvSpPr>
          <p:spPr>
            <a:xfrm>
              <a:off x="231219" y="2276872"/>
              <a:ext cx="1484637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Sistema completo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8" name="97 CuadroTexto"/>
            <p:cNvSpPr txBox="1"/>
            <p:nvPr/>
          </p:nvSpPr>
          <p:spPr>
            <a:xfrm>
              <a:off x="263322" y="2852936"/>
              <a:ext cx="1442254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Acceso </a:t>
              </a:r>
              <a:r>
                <a:rPr lang="es-VE" sz="1400" i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temporal </a:t>
              </a:r>
            </a:p>
            <a:p>
              <a:pPr algn="ctr"/>
              <a:r>
                <a:rPr lang="es-VE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Para pruebas</a:t>
              </a:r>
              <a:endParaRPr lang="es-VE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9" name="98 CuadroTexto"/>
            <p:cNvSpPr txBox="1"/>
            <p:nvPr/>
          </p:nvSpPr>
          <p:spPr>
            <a:xfrm>
              <a:off x="451848" y="3429000"/>
              <a:ext cx="1052019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00" name="99 Rectángulo"/>
            <p:cNvSpPr/>
            <p:nvPr/>
          </p:nvSpPr>
          <p:spPr>
            <a:xfrm>
              <a:off x="1939536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01" name="100 CuadroTexto"/>
            <p:cNvSpPr txBox="1"/>
            <p:nvPr/>
          </p:nvSpPr>
          <p:spPr>
            <a:xfrm>
              <a:off x="2267324" y="1700808"/>
              <a:ext cx="1061381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Bronce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102" name="101 CuadroTexto"/>
            <p:cNvSpPr txBox="1"/>
            <p:nvPr/>
          </p:nvSpPr>
          <p:spPr>
            <a:xfrm>
              <a:off x="2005861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40.570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3" name="102 CuadroTexto"/>
            <p:cNvSpPr txBox="1"/>
            <p:nvPr/>
          </p:nvSpPr>
          <p:spPr>
            <a:xfrm>
              <a:off x="2136001" y="2780928"/>
              <a:ext cx="119334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Autogestión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4" name="103 CuadroTexto"/>
            <p:cNvSpPr txBox="1"/>
            <p:nvPr/>
          </p:nvSpPr>
          <p:spPr>
            <a:xfrm>
              <a:off x="2200071" y="3335514"/>
              <a:ext cx="1052019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1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05" name="104 Rectángulo"/>
            <p:cNvSpPr/>
            <p:nvPr/>
          </p:nvSpPr>
          <p:spPr>
            <a:xfrm>
              <a:off x="3667728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06" name="105 CuadroTexto"/>
            <p:cNvSpPr txBox="1"/>
            <p:nvPr/>
          </p:nvSpPr>
          <p:spPr>
            <a:xfrm>
              <a:off x="3995516" y="1700808"/>
              <a:ext cx="804772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Plata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107" name="106 CuadroTexto"/>
            <p:cNvSpPr txBox="1"/>
            <p:nvPr/>
          </p:nvSpPr>
          <p:spPr>
            <a:xfrm>
              <a:off x="3734053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52.742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8" name="107 CuadroTexto"/>
            <p:cNvSpPr txBox="1"/>
            <p:nvPr/>
          </p:nvSpPr>
          <p:spPr>
            <a:xfrm>
              <a:off x="3686230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9" name="108 CuadroTexto"/>
            <p:cNvSpPr txBox="1"/>
            <p:nvPr/>
          </p:nvSpPr>
          <p:spPr>
            <a:xfrm>
              <a:off x="3935858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3</a:t>
              </a:r>
              <a:r>
                <a:rPr lang="es-VE" sz="1400" dirty="0" smtClean="0">
                  <a:solidFill>
                    <a:srgbClr val="C00000"/>
                  </a:solidFill>
                </a:rPr>
                <a:t>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10" name="109 Rectángulo"/>
            <p:cNvSpPr/>
            <p:nvPr/>
          </p:nvSpPr>
          <p:spPr>
            <a:xfrm>
              <a:off x="5385508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11" name="110 CuadroTexto"/>
            <p:cNvSpPr txBox="1"/>
            <p:nvPr/>
          </p:nvSpPr>
          <p:spPr>
            <a:xfrm>
              <a:off x="5797526" y="1700808"/>
              <a:ext cx="65261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Oro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112" name="111 CuadroTexto"/>
            <p:cNvSpPr txBox="1"/>
            <p:nvPr/>
          </p:nvSpPr>
          <p:spPr>
            <a:xfrm>
              <a:off x="5451833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64.913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3" name="112 CuadroTexto"/>
            <p:cNvSpPr txBox="1"/>
            <p:nvPr/>
          </p:nvSpPr>
          <p:spPr>
            <a:xfrm>
              <a:off x="5404010" y="2780928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4" name="113 CuadroTexto"/>
            <p:cNvSpPr txBox="1"/>
            <p:nvPr/>
          </p:nvSpPr>
          <p:spPr>
            <a:xfrm>
              <a:off x="5610778" y="3356992"/>
              <a:ext cx="1122550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 </a:t>
              </a:r>
              <a:r>
                <a:rPr lang="es-VE" sz="1600" dirty="0" smtClean="0">
                  <a:solidFill>
                    <a:srgbClr val="C00000"/>
                  </a:solidFill>
                </a:rPr>
                <a:t>6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15" name="114 Rectángulo"/>
            <p:cNvSpPr/>
            <p:nvPr/>
          </p:nvSpPr>
          <p:spPr>
            <a:xfrm>
              <a:off x="7158856" y="1628800"/>
              <a:ext cx="1584176" cy="23762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116" name="115 CuadroTexto"/>
            <p:cNvSpPr txBox="1"/>
            <p:nvPr/>
          </p:nvSpPr>
          <p:spPr>
            <a:xfrm>
              <a:off x="7570874" y="1700808"/>
              <a:ext cx="1055417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s-VE" sz="2400" dirty="0" smtClean="0">
                  <a:solidFill>
                    <a:srgbClr val="C00000"/>
                  </a:solidFill>
                </a:rPr>
                <a:t>Platino</a:t>
              </a:r>
              <a:endParaRPr lang="es-VE" sz="2400" dirty="0">
                <a:solidFill>
                  <a:srgbClr val="C00000"/>
                </a:solidFill>
              </a:endParaRPr>
            </a:p>
          </p:txBody>
        </p:sp>
        <p:sp>
          <p:nvSpPr>
            <p:cNvPr id="117" name="116 CuadroTexto"/>
            <p:cNvSpPr txBox="1"/>
            <p:nvPr/>
          </p:nvSpPr>
          <p:spPr>
            <a:xfrm>
              <a:off x="7225180" y="2276872"/>
              <a:ext cx="1431802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77.084 Bs/Mes</a:t>
              </a:r>
              <a:endParaRPr lang="es-VE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8" name="117 CuadroTexto"/>
            <p:cNvSpPr txBox="1"/>
            <p:nvPr/>
          </p:nvSpPr>
          <p:spPr>
            <a:xfrm>
              <a:off x="7177358" y="2730406"/>
              <a:ext cx="1549270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Administradoras</a:t>
              </a:r>
              <a:endParaRPr lang="es-VE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9" name="118 CuadroTexto"/>
            <p:cNvSpPr txBox="1"/>
            <p:nvPr/>
          </p:nvSpPr>
          <p:spPr>
            <a:xfrm>
              <a:off x="7432045" y="3275045"/>
              <a:ext cx="1122551" cy="55399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Hasta </a:t>
              </a:r>
              <a:r>
                <a:rPr lang="es-VE" sz="1600" dirty="0" smtClean="0">
                  <a:solidFill>
                    <a:srgbClr val="C00000"/>
                  </a:solidFill>
                </a:rPr>
                <a:t>10 </a:t>
              </a:r>
            </a:p>
            <a:p>
              <a:pPr algn="ctr"/>
              <a:r>
                <a:rPr lang="es-VE" sz="1400" dirty="0" smtClean="0">
                  <a:solidFill>
                    <a:srgbClr val="C00000"/>
                  </a:solidFill>
                </a:rPr>
                <a:t>condominios</a:t>
              </a:r>
              <a:endParaRPr lang="es-VE" sz="1400" dirty="0">
                <a:solidFill>
                  <a:srgbClr val="C00000"/>
                </a:solidFill>
              </a:endParaRPr>
            </a:p>
          </p:txBody>
        </p:sp>
        <p:sp>
          <p:nvSpPr>
            <p:cNvPr id="120" name="119 CuadroTexto"/>
            <p:cNvSpPr txBox="1"/>
            <p:nvPr/>
          </p:nvSpPr>
          <p:spPr>
            <a:xfrm>
              <a:off x="2927618" y="1023119"/>
              <a:ext cx="33936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VE" sz="2000" dirty="0" smtClean="0">
                  <a:solidFill>
                    <a:srgbClr val="C00000"/>
                  </a:solidFill>
                </a:rPr>
                <a:t>Precios y planes de suscripción</a:t>
              </a:r>
              <a:endParaRPr lang="es-VE" sz="20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175</Words>
  <Application>Microsoft Office PowerPoint</Application>
  <PresentationFormat>Presentación en pantalla (4:3)</PresentationFormat>
  <Paragraphs>112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Diapositiva 1</vt:lpstr>
      <vt:lpstr>Diapositiva 2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jesus</dc:creator>
  <cp:lastModifiedBy>jesus</cp:lastModifiedBy>
  <cp:revision>6</cp:revision>
  <dcterms:created xsi:type="dcterms:W3CDTF">2018-01-23T20:43:35Z</dcterms:created>
  <dcterms:modified xsi:type="dcterms:W3CDTF">2018-03-02T15:21:47Z</dcterms:modified>
</cp:coreProperties>
</file>