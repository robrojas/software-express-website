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>
        <p:scale>
          <a:sx n="100" d="100"/>
          <a:sy n="100" d="100"/>
        </p:scale>
        <p:origin x="-432" y="4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03/12/2018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03/12/2018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03/12/2018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03/12/2018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03/12/2018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03/12/2018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03/12/2018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03/12/2018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03/12/2018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03/12/2018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03/12/2018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063E4-8C97-46D3-AD2D-CDEFD422627C}" type="datetimeFigureOut">
              <a:rPr lang="es-VE" smtClean="0"/>
              <a:pPr/>
              <a:t>03/12/2018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31 Rectángulo"/>
          <p:cNvSpPr/>
          <p:nvPr/>
        </p:nvSpPr>
        <p:spPr>
          <a:xfrm>
            <a:off x="135577" y="188291"/>
            <a:ext cx="9008423" cy="3744765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5" name="4 Rectángulo"/>
          <p:cNvSpPr/>
          <p:nvPr/>
        </p:nvSpPr>
        <p:spPr>
          <a:xfrm>
            <a:off x="331757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6" name="5 CuadroTexto"/>
          <p:cNvSpPr txBox="1"/>
          <p:nvPr/>
        </p:nvSpPr>
        <p:spPr>
          <a:xfrm>
            <a:off x="667882" y="1052743"/>
            <a:ext cx="941028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Gratis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372677" y="1628861"/>
            <a:ext cx="1522399" cy="52326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Sistema completo</a:t>
            </a:r>
          </a:p>
          <a:p>
            <a:pPr algn="ctr"/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405597" y="2204978"/>
            <a:ext cx="1478938" cy="52326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Acceso </a:t>
            </a:r>
            <a:r>
              <a:rPr lang="es-VE" sz="14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temporal </a:t>
            </a:r>
          </a:p>
          <a:p>
            <a:pPr algn="ctr"/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Para pruebas</a:t>
            </a:r>
            <a:endParaRPr lang="es-V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598918" y="2781096"/>
            <a:ext cx="1078777" cy="52326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1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2124445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1" name="10 CuadroTexto"/>
          <p:cNvSpPr txBox="1"/>
          <p:nvPr/>
        </p:nvSpPr>
        <p:spPr>
          <a:xfrm>
            <a:off x="2460571" y="1052743"/>
            <a:ext cx="1088377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Bronce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2192457" y="1628861"/>
            <a:ext cx="1468220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40.570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2325907" y="2132964"/>
            <a:ext cx="1223693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2391607" y="2687601"/>
            <a:ext cx="1078777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1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3896594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7" name="16 CuadroTexto"/>
          <p:cNvSpPr txBox="1"/>
          <p:nvPr/>
        </p:nvSpPr>
        <p:spPr>
          <a:xfrm>
            <a:off x="4232719" y="1052743"/>
            <a:ext cx="825241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Plata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18" name="17 CuadroTexto"/>
          <p:cNvSpPr txBox="1"/>
          <p:nvPr/>
        </p:nvSpPr>
        <p:spPr>
          <a:xfrm>
            <a:off x="3964606" y="1628861"/>
            <a:ext cx="1468220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52.742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3915567" y="2132964"/>
            <a:ext cx="1588676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Administradoras</a:t>
            </a:r>
            <a:endParaRPr lang="es-VE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4171544" y="2709081"/>
            <a:ext cx="1151102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3</a:t>
            </a:r>
            <a:r>
              <a:rPr lang="es-VE" sz="1400" dirty="0" smtClean="0">
                <a:solidFill>
                  <a:srgbClr val="C00000"/>
                </a:solidFill>
              </a:rPr>
              <a:t>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condominios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21" name="20 Rectángulo"/>
          <p:cNvSpPr/>
          <p:nvPr/>
        </p:nvSpPr>
        <p:spPr>
          <a:xfrm>
            <a:off x="5658066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2" name="21 CuadroTexto"/>
          <p:cNvSpPr txBox="1"/>
          <p:nvPr/>
        </p:nvSpPr>
        <p:spPr>
          <a:xfrm>
            <a:off x="6080564" y="1052743"/>
            <a:ext cx="669214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Oro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23" name="22 CuadroTexto"/>
          <p:cNvSpPr txBox="1"/>
          <p:nvPr/>
        </p:nvSpPr>
        <p:spPr>
          <a:xfrm>
            <a:off x="5726078" y="1628861"/>
            <a:ext cx="1468220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64.913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23 CuadroTexto"/>
          <p:cNvSpPr txBox="1"/>
          <p:nvPr/>
        </p:nvSpPr>
        <p:spPr>
          <a:xfrm>
            <a:off x="5677039" y="2132964"/>
            <a:ext cx="1588676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Administradoras</a:t>
            </a:r>
            <a:endParaRPr lang="es-VE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24 CuadroTexto"/>
          <p:cNvSpPr txBox="1"/>
          <p:nvPr/>
        </p:nvSpPr>
        <p:spPr>
          <a:xfrm>
            <a:off x="5889066" y="2709081"/>
            <a:ext cx="1151102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6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condominios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26" name="25 Rectángulo"/>
          <p:cNvSpPr/>
          <p:nvPr/>
        </p:nvSpPr>
        <p:spPr>
          <a:xfrm>
            <a:off x="7412026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7" name="26 CuadroTexto"/>
          <p:cNvSpPr txBox="1"/>
          <p:nvPr/>
        </p:nvSpPr>
        <p:spPr>
          <a:xfrm>
            <a:off x="7834524" y="1052743"/>
            <a:ext cx="1082262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Platino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28" name="27 CuadroTexto"/>
          <p:cNvSpPr txBox="1"/>
          <p:nvPr/>
        </p:nvSpPr>
        <p:spPr>
          <a:xfrm>
            <a:off x="7506337" y="1628861"/>
            <a:ext cx="1415620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77084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28 CuadroTexto"/>
          <p:cNvSpPr txBox="1"/>
          <p:nvPr/>
        </p:nvSpPr>
        <p:spPr>
          <a:xfrm>
            <a:off x="7430999" y="2082437"/>
            <a:ext cx="1588676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Administradoras</a:t>
            </a:r>
            <a:endParaRPr lang="es-VE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29 CuadroTexto"/>
          <p:cNvSpPr txBox="1"/>
          <p:nvPr/>
        </p:nvSpPr>
        <p:spPr>
          <a:xfrm>
            <a:off x="7692164" y="2627127"/>
            <a:ext cx="1151103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</a:t>
            </a:r>
            <a:r>
              <a:rPr lang="es-VE" sz="1600" dirty="0" smtClean="0">
                <a:solidFill>
                  <a:srgbClr val="C00000"/>
                </a:solidFill>
              </a:rPr>
              <a:t>10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condominios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31" name="30 CuadroTexto"/>
          <p:cNvSpPr txBox="1"/>
          <p:nvPr/>
        </p:nvSpPr>
        <p:spPr>
          <a:xfrm>
            <a:off x="3137659" y="217041"/>
            <a:ext cx="3480005" cy="4001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000" dirty="0" smtClean="0">
                <a:solidFill>
                  <a:srgbClr val="C00000"/>
                </a:solidFill>
              </a:rPr>
              <a:t>Precios y planes de suscripción</a:t>
            </a:r>
            <a:endParaRPr lang="es-VE" sz="2000" dirty="0">
              <a:solidFill>
                <a:srgbClr val="C00000"/>
              </a:solidFill>
            </a:endParaRPr>
          </a:p>
        </p:txBody>
      </p:sp>
      <p:sp>
        <p:nvSpPr>
          <p:cNvPr id="35" name="34 Rectángulo"/>
          <p:cNvSpPr/>
          <p:nvPr/>
        </p:nvSpPr>
        <p:spPr>
          <a:xfrm>
            <a:off x="343859" y="44624"/>
            <a:ext cx="8765914" cy="56886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36" name="35 Rectángulo"/>
          <p:cNvSpPr/>
          <p:nvPr/>
        </p:nvSpPr>
        <p:spPr>
          <a:xfrm>
            <a:off x="0" y="116632"/>
            <a:ext cx="9008423" cy="5688981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 </a:t>
            </a:r>
            <a:endParaRPr lang="es-VE" dirty="0"/>
          </a:p>
        </p:txBody>
      </p:sp>
      <p:sp>
        <p:nvSpPr>
          <p:cNvPr id="37" name="36 Rectángulo"/>
          <p:cNvSpPr/>
          <p:nvPr/>
        </p:nvSpPr>
        <p:spPr>
          <a:xfrm>
            <a:off x="196180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38" name="37 CuadroTexto"/>
          <p:cNvSpPr txBox="1"/>
          <p:nvPr/>
        </p:nvSpPr>
        <p:spPr>
          <a:xfrm>
            <a:off x="532305" y="1052743"/>
            <a:ext cx="941028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Gratis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39" name="38 CuadroTexto"/>
          <p:cNvSpPr txBox="1"/>
          <p:nvPr/>
        </p:nvSpPr>
        <p:spPr>
          <a:xfrm>
            <a:off x="237100" y="1628861"/>
            <a:ext cx="1522399" cy="52326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Sistema completo</a:t>
            </a:r>
          </a:p>
          <a:p>
            <a:pPr algn="ctr"/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39 CuadroTexto"/>
          <p:cNvSpPr txBox="1"/>
          <p:nvPr/>
        </p:nvSpPr>
        <p:spPr>
          <a:xfrm>
            <a:off x="270020" y="2204978"/>
            <a:ext cx="1478938" cy="52326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Acceso </a:t>
            </a:r>
            <a:r>
              <a:rPr lang="es-VE" sz="14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temporal </a:t>
            </a:r>
          </a:p>
          <a:p>
            <a:pPr algn="ctr"/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Para pruebas</a:t>
            </a:r>
            <a:endParaRPr lang="es-V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463341" y="2781096"/>
            <a:ext cx="1078777" cy="52326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1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42" name="41 Rectángulo"/>
          <p:cNvSpPr/>
          <p:nvPr/>
        </p:nvSpPr>
        <p:spPr>
          <a:xfrm>
            <a:off x="1988868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3" name="42 CuadroTexto"/>
          <p:cNvSpPr txBox="1"/>
          <p:nvPr/>
        </p:nvSpPr>
        <p:spPr>
          <a:xfrm>
            <a:off x="2324994" y="1052743"/>
            <a:ext cx="1061381" cy="73866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2400" dirty="0" smtClean="0">
                <a:solidFill>
                  <a:srgbClr val="C00000"/>
                </a:solidFill>
              </a:rPr>
              <a:t>Bronce</a:t>
            </a:r>
          </a:p>
          <a:p>
            <a:pPr algn="ctr"/>
            <a:r>
              <a:rPr lang="es-VE" dirty="0" smtClean="0">
                <a:solidFill>
                  <a:srgbClr val="C00000"/>
                </a:solidFill>
              </a:rPr>
              <a:t>Básico</a:t>
            </a:r>
            <a:endParaRPr lang="es-VE" dirty="0">
              <a:solidFill>
                <a:srgbClr val="C00000"/>
              </a:solidFill>
            </a:endParaRPr>
          </a:p>
        </p:txBody>
      </p:sp>
      <p:sp>
        <p:nvSpPr>
          <p:cNvPr id="44" name="43 CuadroTexto"/>
          <p:cNvSpPr txBox="1"/>
          <p:nvPr/>
        </p:nvSpPr>
        <p:spPr>
          <a:xfrm>
            <a:off x="2072174" y="1880212"/>
            <a:ext cx="1431802" cy="3385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435.35</a:t>
            </a:r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44 CuadroTexto"/>
          <p:cNvSpPr txBox="1"/>
          <p:nvPr/>
        </p:nvSpPr>
        <p:spPr>
          <a:xfrm>
            <a:off x="2190330" y="2132964"/>
            <a:ext cx="1223693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45 CuadroTexto"/>
          <p:cNvSpPr txBox="1"/>
          <p:nvPr/>
        </p:nvSpPr>
        <p:spPr>
          <a:xfrm>
            <a:off x="2256030" y="2687601"/>
            <a:ext cx="1078777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1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47" name="46 Rectángulo"/>
          <p:cNvSpPr/>
          <p:nvPr/>
        </p:nvSpPr>
        <p:spPr>
          <a:xfrm>
            <a:off x="3761017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8" name="47 CuadroTexto"/>
          <p:cNvSpPr txBox="1"/>
          <p:nvPr/>
        </p:nvSpPr>
        <p:spPr>
          <a:xfrm>
            <a:off x="4097143" y="1052743"/>
            <a:ext cx="825241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Plata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49" name="48 CuadroTexto"/>
          <p:cNvSpPr txBox="1"/>
          <p:nvPr/>
        </p:nvSpPr>
        <p:spPr>
          <a:xfrm>
            <a:off x="3886003" y="1866310"/>
            <a:ext cx="1431802" cy="3385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740.97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0" name="49 CuadroTexto"/>
          <p:cNvSpPr txBox="1"/>
          <p:nvPr/>
        </p:nvSpPr>
        <p:spPr>
          <a:xfrm>
            <a:off x="3779990" y="2132964"/>
            <a:ext cx="1588676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Administradoras</a:t>
            </a:r>
            <a:endParaRPr lang="es-VE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1" name="50 CuadroTexto"/>
          <p:cNvSpPr txBox="1"/>
          <p:nvPr/>
        </p:nvSpPr>
        <p:spPr>
          <a:xfrm>
            <a:off x="4035967" y="2709081"/>
            <a:ext cx="1151102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3</a:t>
            </a:r>
            <a:r>
              <a:rPr lang="es-VE" sz="1400" dirty="0" smtClean="0">
                <a:solidFill>
                  <a:srgbClr val="C00000"/>
                </a:solidFill>
              </a:rPr>
              <a:t>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condominios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52" name="51 Rectángulo"/>
          <p:cNvSpPr/>
          <p:nvPr/>
        </p:nvSpPr>
        <p:spPr>
          <a:xfrm>
            <a:off x="5522489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53" name="52 CuadroTexto"/>
          <p:cNvSpPr txBox="1"/>
          <p:nvPr/>
        </p:nvSpPr>
        <p:spPr>
          <a:xfrm>
            <a:off x="5944987" y="1052743"/>
            <a:ext cx="669214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Oro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54" name="53 CuadroTexto"/>
          <p:cNvSpPr txBox="1"/>
          <p:nvPr/>
        </p:nvSpPr>
        <p:spPr>
          <a:xfrm>
            <a:off x="5632208" y="1866310"/>
            <a:ext cx="1431802" cy="3385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909.36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5" name="54 CuadroTexto"/>
          <p:cNvSpPr txBox="1"/>
          <p:nvPr/>
        </p:nvSpPr>
        <p:spPr>
          <a:xfrm>
            <a:off x="5541462" y="2132964"/>
            <a:ext cx="1588676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Administradoras</a:t>
            </a:r>
            <a:endParaRPr lang="es-VE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55 CuadroTexto"/>
          <p:cNvSpPr txBox="1"/>
          <p:nvPr/>
        </p:nvSpPr>
        <p:spPr>
          <a:xfrm>
            <a:off x="5753489" y="2709081"/>
            <a:ext cx="1151102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6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condominios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57" name="56 Rectángulo"/>
          <p:cNvSpPr/>
          <p:nvPr/>
        </p:nvSpPr>
        <p:spPr>
          <a:xfrm>
            <a:off x="7276450" y="980728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58" name="57 CuadroTexto"/>
          <p:cNvSpPr txBox="1"/>
          <p:nvPr/>
        </p:nvSpPr>
        <p:spPr>
          <a:xfrm>
            <a:off x="7698947" y="1052743"/>
            <a:ext cx="1082262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Platino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59" name="58 CuadroTexto"/>
          <p:cNvSpPr txBox="1"/>
          <p:nvPr/>
        </p:nvSpPr>
        <p:spPr>
          <a:xfrm>
            <a:off x="7308304" y="1866310"/>
            <a:ext cx="1512168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1077.75 </a:t>
            </a:r>
            <a:r>
              <a:rPr lang="es-VE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Bs/Mes</a:t>
            </a:r>
            <a:endParaRPr lang="es-V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0" name="59 CuadroTexto"/>
          <p:cNvSpPr txBox="1"/>
          <p:nvPr/>
        </p:nvSpPr>
        <p:spPr>
          <a:xfrm>
            <a:off x="7295422" y="2251730"/>
            <a:ext cx="1588676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Administradoras</a:t>
            </a:r>
            <a:endParaRPr lang="es-VE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1" name="60 CuadroTexto"/>
          <p:cNvSpPr txBox="1"/>
          <p:nvPr/>
        </p:nvSpPr>
        <p:spPr>
          <a:xfrm>
            <a:off x="7556587" y="2627127"/>
            <a:ext cx="1151103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</a:t>
            </a:r>
            <a:r>
              <a:rPr lang="es-VE" sz="1600" dirty="0" smtClean="0">
                <a:solidFill>
                  <a:srgbClr val="C00000"/>
                </a:solidFill>
              </a:rPr>
              <a:t>10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condominios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62" name="61 CuadroTexto"/>
          <p:cNvSpPr txBox="1"/>
          <p:nvPr/>
        </p:nvSpPr>
        <p:spPr>
          <a:xfrm>
            <a:off x="2510495" y="375047"/>
            <a:ext cx="4026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Precios y planes de suscripción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65" name="64 CuadroTexto"/>
          <p:cNvSpPr txBox="1"/>
          <p:nvPr/>
        </p:nvSpPr>
        <p:spPr>
          <a:xfrm>
            <a:off x="2451415" y="3586957"/>
            <a:ext cx="1088377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Bronce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66" name="65 CuadroTexto"/>
          <p:cNvSpPr txBox="1"/>
          <p:nvPr/>
        </p:nvSpPr>
        <p:spPr>
          <a:xfrm>
            <a:off x="2183301" y="4163075"/>
            <a:ext cx="1468220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40.570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7" name="66 CuadroTexto"/>
          <p:cNvSpPr txBox="1"/>
          <p:nvPr/>
        </p:nvSpPr>
        <p:spPr>
          <a:xfrm>
            <a:off x="2316751" y="4667178"/>
            <a:ext cx="1223693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8" name="67 CuadroTexto"/>
          <p:cNvSpPr txBox="1"/>
          <p:nvPr/>
        </p:nvSpPr>
        <p:spPr>
          <a:xfrm>
            <a:off x="2382451" y="5221815"/>
            <a:ext cx="1078777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1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69" name="68 Rectángulo"/>
          <p:cNvSpPr/>
          <p:nvPr/>
        </p:nvSpPr>
        <p:spPr>
          <a:xfrm>
            <a:off x="1979712" y="3514942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70" name="69 CuadroTexto"/>
          <p:cNvSpPr txBox="1"/>
          <p:nvPr/>
        </p:nvSpPr>
        <p:spPr>
          <a:xfrm>
            <a:off x="2191791" y="3632568"/>
            <a:ext cx="1207254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2400" dirty="0" smtClean="0">
                <a:solidFill>
                  <a:srgbClr val="C00000"/>
                </a:solidFill>
              </a:rPr>
              <a:t>Bronce I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71" name="70 CuadroTexto"/>
          <p:cNvSpPr txBox="1"/>
          <p:nvPr/>
        </p:nvSpPr>
        <p:spPr>
          <a:xfrm>
            <a:off x="2099288" y="4225839"/>
            <a:ext cx="1385316" cy="3385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783.63Bs/Mes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2" name="71 CuadroTexto"/>
          <p:cNvSpPr txBox="1"/>
          <p:nvPr/>
        </p:nvSpPr>
        <p:spPr>
          <a:xfrm>
            <a:off x="2181174" y="4667178"/>
            <a:ext cx="1223693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3" name="72 CuadroTexto"/>
          <p:cNvSpPr txBox="1"/>
          <p:nvPr/>
        </p:nvSpPr>
        <p:spPr>
          <a:xfrm>
            <a:off x="2013137" y="5221815"/>
            <a:ext cx="1546257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De 151 Hasta  </a:t>
            </a:r>
            <a:r>
              <a:rPr lang="es-VE" sz="1400" dirty="0">
                <a:solidFill>
                  <a:srgbClr val="C00000"/>
                </a:solidFill>
              </a:rPr>
              <a:t>2</a:t>
            </a:r>
            <a:r>
              <a:rPr lang="es-VE" sz="1400" dirty="0" smtClean="0">
                <a:solidFill>
                  <a:srgbClr val="C00000"/>
                </a:solidFill>
              </a:rPr>
              <a:t>50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inmuebles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74" name="73 CuadroTexto"/>
          <p:cNvSpPr txBox="1"/>
          <p:nvPr/>
        </p:nvSpPr>
        <p:spPr>
          <a:xfrm>
            <a:off x="4235990" y="3586957"/>
            <a:ext cx="1088377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Bronce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75" name="74 CuadroTexto"/>
          <p:cNvSpPr txBox="1"/>
          <p:nvPr/>
        </p:nvSpPr>
        <p:spPr>
          <a:xfrm>
            <a:off x="3967876" y="4163075"/>
            <a:ext cx="1468220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40.570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6" name="75 CuadroTexto"/>
          <p:cNvSpPr txBox="1"/>
          <p:nvPr/>
        </p:nvSpPr>
        <p:spPr>
          <a:xfrm>
            <a:off x="4101326" y="4667178"/>
            <a:ext cx="1223693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7" name="76 CuadroTexto"/>
          <p:cNvSpPr txBox="1"/>
          <p:nvPr/>
        </p:nvSpPr>
        <p:spPr>
          <a:xfrm>
            <a:off x="4167026" y="5221815"/>
            <a:ext cx="1078777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1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78" name="77 Rectángulo"/>
          <p:cNvSpPr/>
          <p:nvPr/>
        </p:nvSpPr>
        <p:spPr>
          <a:xfrm>
            <a:off x="3764287" y="3514942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79" name="78 CuadroTexto"/>
          <p:cNvSpPr txBox="1"/>
          <p:nvPr/>
        </p:nvSpPr>
        <p:spPr>
          <a:xfrm>
            <a:off x="3937894" y="3632568"/>
            <a:ext cx="1284199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2400" dirty="0" smtClean="0">
                <a:solidFill>
                  <a:srgbClr val="C00000"/>
                </a:solidFill>
              </a:rPr>
              <a:t>Bronce II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80" name="79 CuadroTexto"/>
          <p:cNvSpPr txBox="1"/>
          <p:nvPr/>
        </p:nvSpPr>
        <p:spPr>
          <a:xfrm>
            <a:off x="3860619" y="4225839"/>
            <a:ext cx="1431802" cy="3385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827.16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1" name="80 CuadroTexto"/>
          <p:cNvSpPr txBox="1"/>
          <p:nvPr/>
        </p:nvSpPr>
        <p:spPr>
          <a:xfrm>
            <a:off x="3965749" y="4667178"/>
            <a:ext cx="1223693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3" name="82 CuadroTexto"/>
          <p:cNvSpPr txBox="1"/>
          <p:nvPr/>
        </p:nvSpPr>
        <p:spPr>
          <a:xfrm>
            <a:off x="3802206" y="5230255"/>
            <a:ext cx="1546257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De 251 Hasta  350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inmuebles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84" name="83 CuadroTexto"/>
          <p:cNvSpPr txBox="1"/>
          <p:nvPr/>
        </p:nvSpPr>
        <p:spPr>
          <a:xfrm>
            <a:off x="6010432" y="3586957"/>
            <a:ext cx="1088377" cy="46170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s-VE" sz="2400" dirty="0" smtClean="0">
                <a:solidFill>
                  <a:srgbClr val="C00000"/>
                </a:solidFill>
              </a:rPr>
              <a:t>Bronce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85" name="84 CuadroTexto"/>
          <p:cNvSpPr txBox="1"/>
          <p:nvPr/>
        </p:nvSpPr>
        <p:spPr>
          <a:xfrm>
            <a:off x="5742318" y="4163075"/>
            <a:ext cx="1468220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40.570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6" name="85 CuadroTexto"/>
          <p:cNvSpPr txBox="1"/>
          <p:nvPr/>
        </p:nvSpPr>
        <p:spPr>
          <a:xfrm>
            <a:off x="5875768" y="4667178"/>
            <a:ext cx="1223693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7" name="86 CuadroTexto"/>
          <p:cNvSpPr txBox="1"/>
          <p:nvPr/>
        </p:nvSpPr>
        <p:spPr>
          <a:xfrm>
            <a:off x="5941468" y="5221815"/>
            <a:ext cx="1078777" cy="5540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Hasta  </a:t>
            </a:r>
            <a:r>
              <a:rPr lang="es-VE" sz="1600" dirty="0" smtClean="0">
                <a:solidFill>
                  <a:srgbClr val="C00000"/>
                </a:solidFill>
              </a:rPr>
              <a:t>1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condominio</a:t>
            </a:r>
            <a:endParaRPr lang="es-VE" sz="1400" dirty="0">
              <a:solidFill>
                <a:srgbClr val="C00000"/>
              </a:solidFill>
            </a:endParaRPr>
          </a:p>
        </p:txBody>
      </p:sp>
      <p:sp>
        <p:nvSpPr>
          <p:cNvPr id="88" name="87 Rectángulo"/>
          <p:cNvSpPr/>
          <p:nvPr/>
        </p:nvSpPr>
        <p:spPr>
          <a:xfrm>
            <a:off x="5538729" y="3514942"/>
            <a:ext cx="1624470" cy="2376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89" name="88 CuadroTexto"/>
          <p:cNvSpPr txBox="1"/>
          <p:nvPr/>
        </p:nvSpPr>
        <p:spPr>
          <a:xfrm>
            <a:off x="5673864" y="3632568"/>
            <a:ext cx="1361143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2400" dirty="0" smtClean="0">
                <a:solidFill>
                  <a:srgbClr val="C00000"/>
                </a:solidFill>
              </a:rPr>
              <a:t>Bronce III</a:t>
            </a:r>
            <a:endParaRPr lang="es-VE" sz="2400" dirty="0">
              <a:solidFill>
                <a:srgbClr val="C00000"/>
              </a:solidFill>
            </a:endParaRPr>
          </a:p>
        </p:txBody>
      </p:sp>
      <p:sp>
        <p:nvSpPr>
          <p:cNvPr id="90" name="89 CuadroTexto"/>
          <p:cNvSpPr txBox="1"/>
          <p:nvPr/>
        </p:nvSpPr>
        <p:spPr>
          <a:xfrm>
            <a:off x="5635055" y="4225839"/>
            <a:ext cx="1431802" cy="3385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870.70 Bs/Mes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1" name="90 CuadroTexto"/>
          <p:cNvSpPr txBox="1"/>
          <p:nvPr/>
        </p:nvSpPr>
        <p:spPr>
          <a:xfrm>
            <a:off x="5740191" y="4667178"/>
            <a:ext cx="1223693" cy="3385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Autogestión</a:t>
            </a:r>
            <a:endParaRPr lang="es-V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2" name="91 CuadroTexto"/>
          <p:cNvSpPr txBox="1"/>
          <p:nvPr/>
        </p:nvSpPr>
        <p:spPr>
          <a:xfrm>
            <a:off x="5576648" y="5230255"/>
            <a:ext cx="1546257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De 351 Hasta  450 </a:t>
            </a:r>
          </a:p>
          <a:p>
            <a:pPr algn="ctr"/>
            <a:r>
              <a:rPr lang="es-VE" sz="1400" dirty="0" smtClean="0">
                <a:solidFill>
                  <a:srgbClr val="C00000"/>
                </a:solidFill>
              </a:rPr>
              <a:t>inmuebles</a:t>
            </a:r>
            <a:endParaRPr lang="es-VE" sz="1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447675"/>
            <a:ext cx="9156700" cy="597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4637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441325"/>
            <a:ext cx="9156700" cy="597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140</Words>
  <Application>Microsoft Office PowerPoint</Application>
  <PresentationFormat>Presentación en pantalla (4:3)</PresentationFormat>
  <Paragraphs>88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4" baseType="lpstr">
      <vt:lpstr>Tema de Office</vt:lpstr>
      <vt:lpstr>Diapositiva 1</vt:lpstr>
      <vt:lpstr>Diapositiva 2</vt:lpstr>
      <vt:lpstr>Diapositiva 3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jesus</dc:creator>
  <cp:lastModifiedBy>jesus</cp:lastModifiedBy>
  <cp:revision>19</cp:revision>
  <dcterms:created xsi:type="dcterms:W3CDTF">2018-01-23T20:43:35Z</dcterms:created>
  <dcterms:modified xsi:type="dcterms:W3CDTF">2018-12-03T20:21:28Z</dcterms:modified>
</cp:coreProperties>
</file>